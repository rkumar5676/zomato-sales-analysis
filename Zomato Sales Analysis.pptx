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DF32-759C-2118-35E1-8CEA7E4DA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1F91B-B5C6-7B40-39D2-6BDF74E20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0A276-2E0B-B0D2-5795-8A221EFB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A81D7-E738-C884-28E5-8C455835E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2C7DD-30FB-0533-F76B-75F821EF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8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1417A-889D-8161-ED2F-452EEB45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30A82-7C19-022D-D20A-43AFEF1D2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AE141-DC3B-106E-210D-061E0041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86A66-594D-59E0-C658-DDE4B700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4B5E0-88D5-9C32-724A-ABE05C74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6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C1CF-A03E-E556-4145-8F104B97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22F28-DEC3-F334-3E50-4561FB785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3BDE8-1FB6-DE32-66AF-C365CB8C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845CC-34DA-9C2A-89D4-4044DBC3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F7CE9-6E9E-E7B1-F83D-538E5667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580A-F1CB-B5B0-54B3-EA5EC8BA8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4EBE3-49DE-6890-DA2A-17DA3B0B2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E2ABD-BAFA-CE12-33CD-6899535D2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4565E-9BFD-45F8-BD68-8525DD45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60E89-D43F-DFD3-3F94-B91B013C3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F672-BCBF-1280-CC05-3195CB8C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1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0CC7-0342-ADD2-7199-F2039DBF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AA568-CC95-217E-6E13-7A2C981BF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5DF2B-F959-A6E5-F31D-27890B2CC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0ECE7-9CA5-1FCC-34EB-9BED5D69A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ACEEDA-6C54-C80C-6FB2-688AD1C81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65B8FE-094F-2F11-F0DD-F8FFEBD2D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C3DF03-7E27-FF17-2AF1-783BAA9C6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DE8290-0DA6-A70A-460D-491475AC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0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5F1D-CC8D-6231-1EE3-876CABFB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426CD-BAF8-E738-5A31-768BA8E55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49272-6CBB-9F87-6C5A-61DE00B67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3348E-1955-261B-CFE4-8A577F12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3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54CDFF-B183-6790-F7F0-C58710D8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64F728-CDB4-D067-08E4-C7B9DF34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17863-0A5E-9742-AF88-60E7465B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85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028B-E4AA-8A64-9481-9FB8AC93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464CC-3BCE-7576-9B76-F82E9C164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66FD8-44D8-E388-0817-32ACB6D27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596AE-3306-F431-954A-A2578B0A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ACD18-C9BE-CEC7-F887-C98A9106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2BCBA-6BC5-9376-8013-80D4B154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77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6B0A5-02A8-BB19-A783-C0FD8A5F9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1A9BB-7E47-2DD3-2569-32C0AF923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9D13F-144E-9B30-2234-7B3F89DDF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4151A-FB7F-1E96-87E7-8D8A41A3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F6F0-CD8F-BA88-D530-4E9DEA8A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B745A-9478-5799-8CE9-38D3F3A5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37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39AD-ED30-69BC-B14E-AF4E61672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FD1D0-B1A5-5C02-38B0-489A6A693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DE01F-D9D2-8393-3D73-E2348769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BBDB6-E052-818F-C166-CFCA75FF6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125C7-B5A8-8ED4-64EA-0990A685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6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46AE6F-0F13-DB9F-1C77-6F7C433A1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970C2-6BFB-6468-D2B6-0E3C7B812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1A9EF-A9EE-F97B-3178-D3ED24CB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E2490-CD19-56AE-7D50-D70F5B52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7F2BA-41EA-DADD-9CE2-F785D6BB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9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BA57A-22B0-FA5F-5484-ECE15E35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827C3-7671-BD98-A902-59A6AC5F1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4882F-6B51-0006-5F5C-98FA4487B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3E4C6-1B9B-4E6E-A730-54C7E375274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361F6-6807-6B16-34A8-212E64207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2A3DC-4598-C129-A777-8846B9038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7F223-DEA7-4B31-BA1B-23E9A4C5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803E6-E7F7-5C8D-1EFA-6864B4181F44}"/>
              </a:ext>
            </a:extLst>
          </p:cNvPr>
          <p:cNvSpPr txBox="1"/>
          <p:nvPr/>
        </p:nvSpPr>
        <p:spPr>
          <a:xfrm>
            <a:off x="0" y="18288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</a:rPr>
              <a:t>Zomato Sales Dashboard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B843DA76-3ECD-0487-6CE9-3862266E8C8A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90EC8D-6856-87B2-78F3-5C28591A4C42}"/>
              </a:ext>
            </a:extLst>
          </p:cNvPr>
          <p:cNvSpPr txBox="1"/>
          <p:nvPr/>
        </p:nvSpPr>
        <p:spPr>
          <a:xfrm>
            <a:off x="104773" y="1593056"/>
            <a:ext cx="119470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 conduct a comprehensive analysis of Zomato's sales performance, customer satisfaction, and inventory distribution to identify key insights and opportunities for optimization using various KPIs and visualizations in Power BI.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CA754-A591-72AE-E46C-2AA4D0CE2DC1}"/>
              </a:ext>
            </a:extLst>
          </p:cNvPr>
          <p:cNvSpPr txBox="1"/>
          <p:nvPr/>
        </p:nvSpPr>
        <p:spPr>
          <a:xfrm>
            <a:off x="409194" y="2750558"/>
            <a:ext cx="6121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D006885-D2D6-1B44-4952-2A88290E3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3BFB92-C9B6-5643-18EF-249F9651C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155494"/>
            <a:ext cx="1901952" cy="40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79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1832D968-85C4-3245-73C8-719E489F2DC6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729507B-7BDB-14BB-2B0D-9BA22F197590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rgbClr val="FF0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E5ED2AA-D950-062D-0D07-C49C5142D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1929306"/>
            <a:ext cx="11161325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Additional KPI Metrics: Assess how other KPIs (Average Sales, Number of Items, Average Rating) vary with fat content.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D312C1-D25C-E04F-9CEA-3848E5939D24}"/>
              </a:ext>
            </a:extLst>
          </p:cNvPr>
          <p:cNvSpPr txBox="1"/>
          <p:nvPr/>
        </p:nvSpPr>
        <p:spPr>
          <a:xfrm>
            <a:off x="0" y="18288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</a:rPr>
              <a:t>Zomato Sales Dashboard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0EF720-3CDB-A7E8-A962-6B59985A2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155494"/>
            <a:ext cx="1901952" cy="40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9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F1D26BE-2738-6575-209C-D081C1D7FF0D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55F4576-3DE3-09C2-0271-DBC79E0437ED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rgbClr val="FF0000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5466087-5872-8F64-E00B-BC697618D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C456F-2361-D093-DE45-31249AF41454}"/>
              </a:ext>
            </a:extLst>
          </p:cNvPr>
          <p:cNvSpPr txBox="1"/>
          <p:nvPr/>
        </p:nvSpPr>
        <p:spPr>
          <a:xfrm>
            <a:off x="0" y="18288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</a:rPr>
              <a:t>Zomato Sales Dashboard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4D252A-741E-B6EA-F6FC-68E06164B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155494"/>
            <a:ext cx="1901952" cy="40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5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336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Arial Rounded MT Bold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Kumar/F&amp;A/GGN/SPECTRA</dc:creator>
  <cp:lastModifiedBy>Ram Kumar/F&amp;A/GGN/SPECTRA</cp:lastModifiedBy>
  <cp:revision>2</cp:revision>
  <dcterms:created xsi:type="dcterms:W3CDTF">2026-02-22T09:52:43Z</dcterms:created>
  <dcterms:modified xsi:type="dcterms:W3CDTF">2026-02-22T10:00:21Z</dcterms:modified>
</cp:coreProperties>
</file>